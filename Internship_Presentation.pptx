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2.png"/><Relationship Id="rId7" Type="http://schemas.openxmlformats.org/officeDocument/2006/relationships/image" Target="../media/image-6-2.png"/><Relationship Id="rId8" Type="http://schemas.openxmlformats.org/officeDocument/2006/relationships/image" Target="../media/image-6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image" Target="../media/image-7-2.png"/><Relationship Id="rId8" Type="http://schemas.openxmlformats.org/officeDocument/2006/relationships/image" Target="../media/image-7-2.png"/><Relationship Id="rId9" Type="http://schemas.openxmlformats.org/officeDocument/2006/relationships/image" Target="../media/image-7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image" Target="../media/image-8-2.png"/><Relationship Id="rId7" Type="http://schemas.openxmlformats.org/officeDocument/2006/relationships/image" Target="../media/image-8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2.png"/><Relationship Id="rId5" Type="http://schemas.openxmlformats.org/officeDocument/2006/relationships/image" Target="../media/image-9-5.png"/><Relationship Id="rId6" Type="http://schemas.openxmlformats.org/officeDocument/2006/relationships/image" Target="../media/image-9-2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1.png"/><Relationship Id="rId5" Type="http://schemas.openxmlformats.org/officeDocument/2006/relationships/image" Target="../media/image-12-2.png"/><Relationship Id="rId6" Type="http://schemas.openxmlformats.org/officeDocument/2006/relationships/image" Target="../media/image-12-3.png"/><Relationship Id="rId7" Type="http://schemas.openxmlformats.org/officeDocument/2006/relationships/image" Target="../media/image-12-1.png"/><Relationship Id="rId8" Type="http://schemas.openxmlformats.org/officeDocument/2006/relationships/image" Target="../media/image-12-2.png"/><Relationship Id="rId9" Type="http://schemas.openxmlformats.org/officeDocument/2006/relationships/image" Target="../media/image-12-3.png"/><Relationship Id="rId10" Type="http://schemas.openxmlformats.org/officeDocument/2006/relationships/image" Target="../media/image-12-1.png"/><Relationship Id="rId11" Type="http://schemas.openxmlformats.org/officeDocument/2006/relationships/image" Target="../media/image-12-2.png"/><Relationship Id="rId12" Type="http://schemas.openxmlformats.org/officeDocument/2006/relationships/image" Target="../media/image-12-3.png"/><Relationship Id="rId13" Type="http://schemas.openxmlformats.org/officeDocument/2006/relationships/image" Target="../media/image-12-1.png"/><Relationship Id="rId14" Type="http://schemas.openxmlformats.org/officeDocument/2006/relationships/image" Target="../media/image-12-2.png"/><Relationship Id="rId15" Type="http://schemas.openxmlformats.org/officeDocument/2006/relationships/image" Target="../media/image-12-3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383280" cy="6858000"/>
          </a:xfrm>
          <a:prstGeom prst="rect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B2A5E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4389120"/>
            <a:ext cx="2743200" cy="2743200"/>
          </a:xfrm>
          <a:prstGeom prst="ellipse">
            <a:avLst/>
          </a:prstGeom>
          <a:solidFill>
            <a:srgbClr val="00C2CB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54864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pic>
        <p:nvPicPr>
          <p:cNvPr id="6" name="Image 0" descr="/home/claude/unpacked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717804"/>
            <a:ext cx="2651760" cy="745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33172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Presentation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85800" y="32004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 Internship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13232" y="3886200"/>
            <a:ext cx="2011680" cy="0"/>
          </a:xfrm>
          <a:prstGeom prst="line">
            <a:avLst/>
          </a:prstGeom>
          <a:noFill/>
          <a:ln w="12700">
            <a:solidFill>
              <a:srgbClr val="3E4B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4160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C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880360" y="41605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13232" y="4526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C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880360" y="45262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13232" y="4892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C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880360" y="48920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25SCS1003005351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13232" y="52578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C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880360" y="52578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– 3rd Semester  |  Section: 2CSE35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13232" y="5623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C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880360" y="56235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2025–29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  |  CodSoft Frontend Development Internship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502920" cy="0"/>
          </a:xfrm>
          <a:prstGeom prst="line">
            <a:avLst/>
          </a:prstGeom>
          <a:noFill/>
          <a:ln w="3175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965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build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1957548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31920" y="1737360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633472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80720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userTi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32" y="2945100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7249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931920" y="2724912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 Intern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62102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79476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laptop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3932652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71246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931920" y="3712464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60857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78231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calend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4920204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70001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931920" y="4700016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August 2026 – 31 August 2026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559612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5769864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icons/bullsey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32" y="5907756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6875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931920" y="5687568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frontend development through task-based projects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  |  CodSoft Frontend Development Internship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Internship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502920" cy="0"/>
          </a:xfrm>
          <a:prstGeom prst="line">
            <a:avLst/>
          </a:prstGeom>
          <a:noFill/>
          <a:ln w="3175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3291840" cy="4434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743200"/>
            <a:ext cx="1371600" cy="137160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6" name="Image 0" descr="/home/claude/icons/lightbulb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5376" y="3099816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43434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</a:t>
            </a:r>
            <a:endParaRPr lang="en-US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251960" y="1874520"/>
            <a:ext cx="384048" cy="38404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9" name="Image 1" descr="/home/claude/icons/check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812" y="1974372"/>
            <a:ext cx="184343" cy="184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46320" y="1819656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provided practical exposure to frontend web development.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4251960" y="2926080"/>
            <a:ext cx="384048" cy="38404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2" name="Image 2" descr="/home/claude/icons/check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812" y="3025932"/>
            <a:ext cx="184343" cy="184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46320" y="2871216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focused on learning, skill development and hands-on implementation.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4251960" y="3977640"/>
            <a:ext cx="384048" cy="38404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5" name="Image 3" descr="/home/claude/icons/checkCirc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812" y="4077492"/>
            <a:ext cx="184343" cy="18434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46320" y="3922776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were developed as client-side web applications.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4251960" y="5029200"/>
            <a:ext cx="384048" cy="38404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8" name="Image 4" descr="/home/claude/icons/checkCirc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1812" y="5129052"/>
            <a:ext cx="184343" cy="18434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46320" y="4974336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frontend projects were completed and demonstrated.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  |  CodSoft Frontend Development Internship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502920" cy="0"/>
          </a:xfrm>
          <a:prstGeom prst="line">
            <a:avLst/>
          </a:prstGeom>
          <a:noFill/>
          <a:ln w="3175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4F7FD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56232"/>
            <a:ext cx="457200" cy="45720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responsive web applications using HTML, CSS and JavaScript.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96896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761488"/>
            <a:ext cx="457200" cy="45720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2642616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JavaScript to real user interactions and workflows.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4F7FD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666744"/>
            <a:ext cx="457200" cy="45720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3547872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validation, editing, deletion, search and filtering.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07408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572000"/>
            <a:ext cx="457200" cy="45720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4453128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Local Storage for persistent browser-side data.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312664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4F7FD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5477256"/>
            <a:ext cx="457200" cy="45720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477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5358384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testing, debugging and GitHub-based project organization.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  |  CodSoft Frontend Development Internship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502920" cy="0"/>
          </a:xfrm>
          <a:prstGeom prst="line">
            <a:avLst/>
          </a:prstGeom>
          <a:noFill/>
          <a:ln w="3175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1E2761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html5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583" y="2104583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51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01752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semantic content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1E2761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94767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css3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623" y="210458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651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301752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Styling, layout and responsive design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1E2761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194767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j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663" y="2104583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651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02752" y="301752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DOM, events, validation and application logic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1E2761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23367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83" y="4390583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937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04672" y="530352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persistence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39776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1E2761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23367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icons/github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0623" y="4390583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937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530352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repository management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9776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1E2761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423367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icons/tool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9663" y="4390583"/>
            <a:ext cx="289682" cy="28968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2752" y="4937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DevTools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02752" y="530352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debugging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  |  CodSoft Frontend Development Internship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754880"/>
            <a:ext cx="3291840" cy="3291840"/>
          </a:xfrm>
          <a:prstGeom prst="ellipse">
            <a:avLst/>
          </a:prstGeom>
          <a:solidFill>
            <a:srgbClr val="00C2C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868680" cy="86868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5" name="Image 0" descr="/home/claude/icons/task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7" y="86593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9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993392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Taskora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206240" y="914400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9" name="Image 1" descr="/home/claude/icons/check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847" y="1019007"/>
            <a:ext cx="193121" cy="1931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73168" y="868680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To-Do List application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206240" y="1540764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2" name="Image 2" descr="/home/claude/icons/check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847" y="1645371"/>
            <a:ext cx="193121" cy="1931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73168" y="1495044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validate tasks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4206240" y="2167128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5" name="Image 3" descr="/home/claude/icons/checkCirc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847" y="2271735"/>
            <a:ext cx="193121" cy="1931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73168" y="2121408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delete tasks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4206240" y="2793492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8" name="Image 4" descr="/home/claude/icons/checkCirc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0847" y="2898099"/>
            <a:ext cx="193121" cy="1931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773168" y="2747772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tasks as completed or pending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4206240" y="3419856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1" name="Image 5" descr="/home/claude/icons/checkCircl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0847" y="3524463"/>
            <a:ext cx="193121" cy="19312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773168" y="3374136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tasks</a:t>
            </a:r>
            <a:endParaRPr lang="en-US" sz="1350" dirty="0"/>
          </a:p>
        </p:txBody>
      </p:sp>
      <p:sp>
        <p:nvSpPr>
          <p:cNvPr id="23" name="Shape 15"/>
          <p:cNvSpPr/>
          <p:nvPr/>
        </p:nvSpPr>
        <p:spPr>
          <a:xfrm>
            <a:off x="4206240" y="4046220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4" name="Image 6" descr="/home/claude/icons/checkCircl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0847" y="4150827"/>
            <a:ext cx="193121" cy="19312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773168" y="4000500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completed and pending counts</a:t>
            </a:r>
            <a:endParaRPr lang="en-US" sz="1350" dirty="0"/>
          </a:p>
        </p:txBody>
      </p:sp>
      <p:sp>
        <p:nvSpPr>
          <p:cNvPr id="26" name="Shape 17"/>
          <p:cNvSpPr/>
          <p:nvPr/>
        </p:nvSpPr>
        <p:spPr>
          <a:xfrm>
            <a:off x="4206240" y="4672584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7" name="Image 7" descr="/home/claude/icons/checkCircle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0847" y="4777191"/>
            <a:ext cx="193121" cy="193121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773168" y="4626864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tasks using Local Storage</a:t>
            </a:r>
            <a:endParaRPr lang="en-US" sz="1350" dirty="0"/>
          </a:p>
        </p:txBody>
      </p:sp>
      <p:sp>
        <p:nvSpPr>
          <p:cNvPr id="29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  |  CodSoft Frontend Development Internship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754880"/>
            <a:ext cx="3291840" cy="3291840"/>
          </a:xfrm>
          <a:prstGeom prst="ellipse">
            <a:avLst/>
          </a:prstGeom>
          <a:solidFill>
            <a:srgbClr val="00C2C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868680" cy="86868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5" name="Image 0" descr="/home/claude/icons/walle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7" y="86593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9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993392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Spendora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206240" y="914400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9" name="Image 1" descr="/home/claude/icons/check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847" y="1019007"/>
            <a:ext cx="193121" cy="1931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73168" y="868680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Expense Tracker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206240" y="1540764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2" name="Image 2" descr="/home/claude/icons/check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847" y="1645371"/>
            <a:ext cx="193121" cy="1931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73168" y="1495044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income and expense transactions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4206240" y="2167128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5" name="Image 3" descr="/home/claude/icons/checkCirc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847" y="2271735"/>
            <a:ext cx="193121" cy="1931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73168" y="2121408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transaction history with date and category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4206240" y="2793492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8" name="Image 4" descr="/home/claude/icons/checkCirc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0847" y="2898099"/>
            <a:ext cx="193121" cy="1931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773168" y="2747772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calculate income, expenses and balance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4206240" y="3419856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1" name="Image 5" descr="/home/claude/icons/checkCircl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0847" y="3524463"/>
            <a:ext cx="193121" cy="19312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773168" y="3374136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delete transactions</a:t>
            </a:r>
            <a:endParaRPr lang="en-US" sz="1350" dirty="0"/>
          </a:p>
        </p:txBody>
      </p:sp>
      <p:sp>
        <p:nvSpPr>
          <p:cNvPr id="23" name="Shape 15"/>
          <p:cNvSpPr/>
          <p:nvPr/>
        </p:nvSpPr>
        <p:spPr>
          <a:xfrm>
            <a:off x="4206240" y="4046220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4" name="Image 6" descr="/home/claude/icons/checkCircl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0847" y="4150827"/>
            <a:ext cx="193121" cy="19312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773168" y="4000500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</a:t>
            </a:r>
            <a:endParaRPr lang="en-US" sz="1350" dirty="0"/>
          </a:p>
        </p:txBody>
      </p:sp>
      <p:sp>
        <p:nvSpPr>
          <p:cNvPr id="26" name="Shape 17"/>
          <p:cNvSpPr/>
          <p:nvPr/>
        </p:nvSpPr>
        <p:spPr>
          <a:xfrm>
            <a:off x="4206240" y="4672584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7" name="Image 7" descr="/home/claude/icons/checkCircle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0847" y="4777191"/>
            <a:ext cx="193121" cy="193121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773168" y="4626864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transaction data using Local Storage</a:t>
            </a:r>
            <a:endParaRPr lang="en-US" sz="1350" dirty="0"/>
          </a:p>
        </p:txBody>
      </p:sp>
      <p:sp>
        <p:nvSpPr>
          <p:cNvPr id="29" name="Shape 19"/>
          <p:cNvSpPr/>
          <p:nvPr/>
        </p:nvSpPr>
        <p:spPr>
          <a:xfrm>
            <a:off x="4206240" y="5298948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30" name="Image 8" descr="/home/claude/icons/checkCircle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0847" y="5403555"/>
            <a:ext cx="193121" cy="193121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773168" y="5253228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financial summary cards</a:t>
            </a:r>
            <a:endParaRPr lang="en-US" sz="1350" dirty="0"/>
          </a:p>
        </p:txBody>
      </p:sp>
      <p:sp>
        <p:nvSpPr>
          <p:cNvPr id="32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  |  CodSoft Frontend Development Internship</a:t>
            </a:r>
            <a:endParaRPr lang="en-US" sz="900" dirty="0"/>
          </a:p>
        </p:txBody>
      </p:sp>
      <p:sp>
        <p:nvSpPr>
          <p:cNvPr id="33" name="Text 2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754880"/>
            <a:ext cx="3291840" cy="3291840"/>
          </a:xfrm>
          <a:prstGeom prst="ellipse">
            <a:avLst/>
          </a:prstGeom>
          <a:solidFill>
            <a:srgbClr val="00C2C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868680" cy="86868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5" name="Image 0" descr="/home/claude/icons/blo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7" y="86593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9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993392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Blog Website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206240" y="914400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9" name="Image 1" descr="/home/claude/icons/check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847" y="1019007"/>
            <a:ext cx="193121" cy="1931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73168" y="868680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blog/content interface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206240" y="1540764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2" name="Image 2" descr="/home/claude/icons/check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847" y="1645371"/>
            <a:ext cx="193121" cy="1931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73168" y="1495044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article presentation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4206240" y="2167128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5" name="Image 3" descr="/home/claude/icons/checkCirc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847" y="2271735"/>
            <a:ext cx="193121" cy="1931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73168" y="2121408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JavaScript-based behavior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4206240" y="2793492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8" name="Image 4" descr="/home/claude/icons/checkCirc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0847" y="2898099"/>
            <a:ext cx="193121" cy="1931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773168" y="2747772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Search/category-oriented navigation where implemented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4206240" y="3419856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1" name="Image 5" descr="/home/claude/icons/checkCircl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0847" y="3524463"/>
            <a:ext cx="193121" cy="19312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773168" y="3374136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visual assets</a:t>
            </a:r>
            <a:endParaRPr lang="en-US" sz="1350" dirty="0"/>
          </a:p>
        </p:txBody>
      </p:sp>
      <p:sp>
        <p:nvSpPr>
          <p:cNvPr id="23" name="Shape 15"/>
          <p:cNvSpPr/>
          <p:nvPr/>
        </p:nvSpPr>
        <p:spPr>
          <a:xfrm>
            <a:off x="4206240" y="4046220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4" name="Image 6" descr="/home/claude/icons/checkCircl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0847" y="4150827"/>
            <a:ext cx="193121" cy="19312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773168" y="4000500"/>
            <a:ext cx="683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styling for different screen sizes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  |  CodSoft Frontend Development Internship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502920" cy="0"/>
          </a:xfrm>
          <a:prstGeom prst="line">
            <a:avLst/>
          </a:prstGeom>
          <a:noFill/>
          <a:ln w="3175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1783080"/>
            <a:ext cx="9601200" cy="1078992"/>
          </a:xfrm>
          <a:prstGeom prst="roundRect">
            <a:avLst>
              <a:gd name="adj" fmla="val 762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481328" y="1984248"/>
            <a:ext cx="676656" cy="676656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6" name="Image 0" descr="/home/claude/icons/cod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259" y="2160179"/>
            <a:ext cx="324795" cy="3247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1892808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846320" y="1892808"/>
            <a:ext cx="5852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structure and input controls.</a:t>
            </a:r>
            <a:endParaRPr lang="en-US" sz="1300" dirty="0"/>
          </a:p>
        </p:txBody>
      </p:sp>
      <p:pic>
        <p:nvPicPr>
          <p:cNvPr id="9" name="Image 1" descr="/home/claude/icons/arrowRigh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934456" y="2866644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280160" y="3008376"/>
            <a:ext cx="9601200" cy="1078992"/>
          </a:xfrm>
          <a:prstGeom prst="roundRect">
            <a:avLst>
              <a:gd name="adj" fmla="val 7627"/>
            </a:avLst>
          </a:prstGeom>
          <a:solidFill>
            <a:srgbClr val="2C3A78"/>
          </a:solidFill>
          <a:ln/>
        </p:spPr>
      </p:sp>
      <p:sp>
        <p:nvSpPr>
          <p:cNvPr id="11" name="Shape 7"/>
          <p:cNvSpPr/>
          <p:nvPr/>
        </p:nvSpPr>
        <p:spPr>
          <a:xfrm>
            <a:off x="1481328" y="3209544"/>
            <a:ext cx="676656" cy="676656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12" name="Image 2" descr="/home/claude/icons/paintBrush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259" y="3385475"/>
            <a:ext cx="324795" cy="32479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331720" y="3118104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846320" y="3118104"/>
            <a:ext cx="5852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visual styling and responsive layout.</a:t>
            </a:r>
            <a:endParaRPr lang="en-US" sz="1300" dirty="0"/>
          </a:p>
        </p:txBody>
      </p:sp>
      <p:pic>
        <p:nvPicPr>
          <p:cNvPr id="15" name="Image 3" descr="/home/claude/icons/arrowRigh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934456" y="4091940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280160" y="4233672"/>
            <a:ext cx="9601200" cy="1078992"/>
          </a:xfrm>
          <a:prstGeom prst="roundRect">
            <a:avLst>
              <a:gd name="adj" fmla="val 7627"/>
            </a:avLst>
          </a:prstGeom>
          <a:solidFill>
            <a:srgbClr val="1E2761"/>
          </a:solidFill>
          <a:ln/>
        </p:spPr>
      </p:sp>
      <p:sp>
        <p:nvSpPr>
          <p:cNvPr id="17" name="Shape 11"/>
          <p:cNvSpPr/>
          <p:nvPr/>
        </p:nvSpPr>
        <p:spPr>
          <a:xfrm>
            <a:off x="1481328" y="4434840"/>
            <a:ext cx="676656" cy="676656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18" name="Image 4" descr="/home/claude/icons/bol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7259" y="4610771"/>
            <a:ext cx="324795" cy="32479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331720" y="4343400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4846320" y="4343400"/>
            <a:ext cx="5852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events, validation, DOM updates and application logic.</a:t>
            </a:r>
            <a:endParaRPr lang="en-US" sz="1300" dirty="0"/>
          </a:p>
        </p:txBody>
      </p:sp>
      <p:pic>
        <p:nvPicPr>
          <p:cNvPr id="21" name="Image 5" descr="/home/claude/icons/arrowRigh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934456" y="5317236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1280160" y="5458968"/>
            <a:ext cx="9601200" cy="1078992"/>
          </a:xfrm>
          <a:prstGeom prst="roundRect">
            <a:avLst>
              <a:gd name="adj" fmla="val 7627"/>
            </a:avLst>
          </a:prstGeom>
          <a:solidFill>
            <a:srgbClr val="2C3A78"/>
          </a:solidFill>
          <a:ln/>
        </p:spPr>
      </p:sp>
      <p:sp>
        <p:nvSpPr>
          <p:cNvPr id="23" name="Shape 15"/>
          <p:cNvSpPr/>
          <p:nvPr/>
        </p:nvSpPr>
        <p:spPr>
          <a:xfrm>
            <a:off x="1481328" y="5660136"/>
            <a:ext cx="676656" cy="676656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24" name="Image 6" descr="/home/claude/icons/databas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7259" y="5836067"/>
            <a:ext cx="324795" cy="32479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331720" y="5568696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Storage</a:t>
            </a:r>
            <a:endParaRPr lang="en-US" sz="1700" dirty="0"/>
          </a:p>
        </p:txBody>
      </p:sp>
      <p:sp>
        <p:nvSpPr>
          <p:cNvPr id="26" name="Text 17"/>
          <p:cNvSpPr/>
          <p:nvPr/>
        </p:nvSpPr>
        <p:spPr>
          <a:xfrm>
            <a:off x="4846320" y="5568696"/>
            <a:ext cx="5852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client-side state for Taskora and Spendora.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  |  CodSoft Frontend Development Internship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502920" cy="0"/>
          </a:xfrm>
          <a:prstGeom prst="line">
            <a:avLst/>
          </a:prstGeom>
          <a:noFill/>
          <a:ln w="3175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5440680" cy="896112"/>
          </a:xfrm>
          <a:prstGeom prst="roundRect">
            <a:avLst>
              <a:gd name="adj" fmla="val 8163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9110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452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440680" cy="896112"/>
          </a:xfrm>
          <a:prstGeom prst="roundRect">
            <a:avLst>
              <a:gd name="adj" fmla="val 8163"/>
            </a:avLst>
          </a:prstGeom>
          <a:solidFill>
            <a:srgbClr val="F4F7FD"/>
          </a:solidFill>
          <a:ln/>
        </p:spPr>
      </p:sp>
      <p:sp>
        <p:nvSpPr>
          <p:cNvPr id="9" name="Shape 7"/>
          <p:cNvSpPr/>
          <p:nvPr/>
        </p:nvSpPr>
        <p:spPr>
          <a:xfrm>
            <a:off x="6428232" y="19110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0" y="1691640"/>
            <a:ext cx="452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planning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70632"/>
            <a:ext cx="5440680" cy="896112"/>
          </a:xfrm>
          <a:prstGeom prst="roundRect">
            <a:avLst>
              <a:gd name="adj" fmla="val 8163"/>
            </a:avLst>
          </a:prstGeom>
          <a:solidFill>
            <a:srgbClr val="F4F7FD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29900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770632"/>
            <a:ext cx="452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structure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770632"/>
            <a:ext cx="5440680" cy="896112"/>
          </a:xfrm>
          <a:prstGeom prst="roundRect">
            <a:avLst>
              <a:gd name="adj" fmla="val 8163"/>
            </a:avLst>
          </a:prstGeom>
          <a:solidFill>
            <a:srgbClr val="F4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6428232" y="29900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770632"/>
            <a:ext cx="452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and responsive styling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49624"/>
            <a:ext cx="5440680" cy="896112"/>
          </a:xfrm>
          <a:prstGeom prst="roundRect">
            <a:avLst>
              <a:gd name="adj" fmla="val 8163"/>
            </a:avLst>
          </a:prstGeom>
          <a:solidFill>
            <a:srgbClr val="F4F7FD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4069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849624"/>
            <a:ext cx="452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and DOM logic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3849624"/>
            <a:ext cx="5440680" cy="896112"/>
          </a:xfrm>
          <a:prstGeom prst="roundRect">
            <a:avLst>
              <a:gd name="adj" fmla="val 8163"/>
            </a:avLst>
          </a:prstGeom>
          <a:solidFill>
            <a:srgbClr val="F4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428232" y="4069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428232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3849624"/>
            <a:ext cx="452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 integration where required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928616"/>
            <a:ext cx="5440680" cy="896112"/>
          </a:xfrm>
          <a:prstGeom prst="roundRect">
            <a:avLst>
              <a:gd name="adj" fmla="val 8163"/>
            </a:avLst>
          </a:prstGeom>
          <a:solidFill>
            <a:srgbClr val="F4F7FD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51480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25880" y="4928616"/>
            <a:ext cx="452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 and debugging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63640" y="4928616"/>
            <a:ext cx="5440680" cy="896112"/>
          </a:xfrm>
          <a:prstGeom prst="roundRect">
            <a:avLst>
              <a:gd name="adj" fmla="val 8163"/>
            </a:avLst>
          </a:prstGeom>
          <a:solidFill>
            <a:srgbClr val="F4F7FD"/>
          </a:solidFill>
          <a:ln/>
        </p:spPr>
      </p:sp>
      <p:sp>
        <p:nvSpPr>
          <p:cNvPr id="33" name="Shape 31"/>
          <p:cNvSpPr/>
          <p:nvPr/>
        </p:nvSpPr>
        <p:spPr>
          <a:xfrm>
            <a:off x="6428232" y="51480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40880" y="4928616"/>
            <a:ext cx="452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Refinement, demonstration and GitHub organization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  |  CodSoft Frontend Development Internship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Learning Outcomes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502920" cy="0"/>
          </a:xfrm>
          <a:prstGeom prst="line">
            <a:avLst/>
          </a:prstGeom>
          <a:noFill/>
          <a:ln w="3175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laptop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20171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6916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frontend development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icons/mousePoin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166" y="201716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59752" y="16916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 and event handling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278892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2971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icons/edi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11444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44752" y="27889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 and user-input handling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63640" y="278892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7" name="Shape 12"/>
          <p:cNvSpPr/>
          <p:nvPr/>
        </p:nvSpPr>
        <p:spPr>
          <a:xfrm>
            <a:off x="6446520" y="2971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311444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59752" y="27889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 and client-side state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388620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21" name="Shape 15"/>
          <p:cNvSpPr/>
          <p:nvPr/>
        </p:nvSpPr>
        <p:spPr>
          <a:xfrm>
            <a:off x="731520" y="4069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icons/sear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421172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44752" y="38862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filtering logic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263640" y="388620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25" name="Shape 18"/>
          <p:cNvSpPr/>
          <p:nvPr/>
        </p:nvSpPr>
        <p:spPr>
          <a:xfrm>
            <a:off x="6446520" y="4069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/home/claude/icons/palett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166" y="4211726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59752" y="38862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and responsive layouts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548640" y="498348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29" name="Shape 21"/>
          <p:cNvSpPr/>
          <p:nvPr/>
        </p:nvSpPr>
        <p:spPr>
          <a:xfrm>
            <a:off x="731520" y="5166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6" descr="/home/claude/icons/github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166" y="5309006"/>
            <a:ext cx="263347" cy="263347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44752" y="49834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 workflow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263640" y="498348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33" name="Shape 24"/>
          <p:cNvSpPr/>
          <p:nvPr/>
        </p:nvSpPr>
        <p:spPr>
          <a:xfrm>
            <a:off x="6446520" y="5166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7" descr="/home/claude/icons/bug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9166" y="5309006"/>
            <a:ext cx="263347" cy="263347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159752" y="49834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and testing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  |  CodSoft Frontend Development Internship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502920" cy="0"/>
          </a:xfrm>
          <a:prstGeom prst="line">
            <a:avLst/>
          </a:prstGeom>
          <a:noFill/>
          <a:ln w="3175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0936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FDF3F1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066544"/>
            <a:ext cx="365760" cy="365760"/>
          </a:xfrm>
          <a:prstGeom prst="ellipse">
            <a:avLst/>
          </a:prstGeom>
          <a:solidFill>
            <a:srgbClr val="F3C4B9"/>
          </a:solidFill>
          <a:ln/>
        </p:spPr>
      </p:sp>
      <p:pic>
        <p:nvPicPr>
          <p:cNvPr id="8" name="Image 0" descr="/home/claude/icons/exclamati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330" y="2161642"/>
            <a:ext cx="175565" cy="1755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1828800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UI and data synchronized</a:t>
            </a:r>
            <a:endParaRPr lang="en-US" sz="1250" dirty="0"/>
          </a:p>
        </p:txBody>
      </p:sp>
      <p:pic>
        <p:nvPicPr>
          <p:cNvPr id="10" name="Image 1" descr="/home/claude/icons/arrowRigh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2103120"/>
            <a:ext cx="457200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309360" y="1828800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</p:spPr>
      </p:sp>
      <p:sp>
        <p:nvSpPr>
          <p:cNvPr id="12" name="Shape 8"/>
          <p:cNvSpPr/>
          <p:nvPr/>
        </p:nvSpPr>
        <p:spPr>
          <a:xfrm>
            <a:off x="6473952" y="2066544"/>
            <a:ext cx="365760" cy="36576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13" name="Image 2" descr="/home/claude/icons/check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050" y="2161642"/>
            <a:ext cx="175565" cy="1755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67728" y="1828800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DOM after state changes.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2798064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FDF3F1"/>
          </a:solidFill>
          <a:ln/>
        </p:spPr>
      </p:sp>
      <p:sp>
        <p:nvSpPr>
          <p:cNvPr id="16" name="Shape 11"/>
          <p:cNvSpPr/>
          <p:nvPr/>
        </p:nvSpPr>
        <p:spPr>
          <a:xfrm>
            <a:off x="713232" y="3035808"/>
            <a:ext cx="365760" cy="365760"/>
          </a:xfrm>
          <a:prstGeom prst="ellipse">
            <a:avLst/>
          </a:prstGeom>
          <a:solidFill>
            <a:srgbClr val="F3C4B9"/>
          </a:solidFill>
          <a:ln/>
        </p:spPr>
      </p:sp>
      <p:pic>
        <p:nvPicPr>
          <p:cNvPr id="17" name="Image 3" descr="/home/claude/icons/exclamation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30" y="3130906"/>
            <a:ext cx="175565" cy="1755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07008" y="2798064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</a:t>
            </a:r>
            <a:endParaRPr lang="en-US" sz="1250" dirty="0"/>
          </a:p>
        </p:txBody>
      </p:sp>
      <p:pic>
        <p:nvPicPr>
          <p:cNvPr id="19" name="Image 4" descr="/home/claude/icons/arrowRigh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568" y="3072384"/>
            <a:ext cx="457200" cy="29260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309360" y="2798064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</p:spPr>
      </p:sp>
      <p:sp>
        <p:nvSpPr>
          <p:cNvPr id="21" name="Shape 14"/>
          <p:cNvSpPr/>
          <p:nvPr/>
        </p:nvSpPr>
        <p:spPr>
          <a:xfrm>
            <a:off x="6473952" y="3035808"/>
            <a:ext cx="365760" cy="36576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22" name="Image 5" descr="/home/claude/icons/checkCircl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9050" y="3130906"/>
            <a:ext cx="175565" cy="17556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967728" y="2798064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retrieve application state using Local Storage.</a:t>
            </a:r>
            <a:endParaRPr lang="en-US" sz="1250" dirty="0"/>
          </a:p>
        </p:txBody>
      </p:sp>
      <p:sp>
        <p:nvSpPr>
          <p:cNvPr id="24" name="Shape 16"/>
          <p:cNvSpPr/>
          <p:nvPr/>
        </p:nvSpPr>
        <p:spPr>
          <a:xfrm>
            <a:off x="548640" y="3767328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FDF3F1"/>
          </a:solidFill>
          <a:ln/>
        </p:spPr>
      </p:sp>
      <p:sp>
        <p:nvSpPr>
          <p:cNvPr id="25" name="Shape 17"/>
          <p:cNvSpPr/>
          <p:nvPr/>
        </p:nvSpPr>
        <p:spPr>
          <a:xfrm>
            <a:off x="713232" y="4005072"/>
            <a:ext cx="365760" cy="365760"/>
          </a:xfrm>
          <a:prstGeom prst="ellipse">
            <a:avLst/>
          </a:prstGeom>
          <a:solidFill>
            <a:srgbClr val="F3C4B9"/>
          </a:solidFill>
          <a:ln/>
        </p:spPr>
      </p:sp>
      <p:pic>
        <p:nvPicPr>
          <p:cNvPr id="26" name="Image 6" descr="/home/claude/icons/exclamation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30" y="4100170"/>
            <a:ext cx="175565" cy="17556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207008" y="3767328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layouts</a:t>
            </a:r>
            <a:endParaRPr lang="en-US" sz="1250" dirty="0"/>
          </a:p>
        </p:txBody>
      </p:sp>
      <p:pic>
        <p:nvPicPr>
          <p:cNvPr id="28" name="Image 7" descr="/home/claude/icons/arrowRight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7568" y="4041648"/>
            <a:ext cx="457200" cy="29260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6309360" y="3767328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</p:spPr>
      </p:sp>
      <p:sp>
        <p:nvSpPr>
          <p:cNvPr id="30" name="Shape 20"/>
          <p:cNvSpPr/>
          <p:nvPr/>
        </p:nvSpPr>
        <p:spPr>
          <a:xfrm>
            <a:off x="6473952" y="4005072"/>
            <a:ext cx="365760" cy="36576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31" name="Image 8" descr="/home/claude/icons/checkCircle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9050" y="4100170"/>
            <a:ext cx="175565" cy="175565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967728" y="3767328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flexible layouts across viewport sizes.</a:t>
            </a:r>
            <a:endParaRPr lang="en-US" sz="1250" dirty="0"/>
          </a:p>
        </p:txBody>
      </p:sp>
      <p:sp>
        <p:nvSpPr>
          <p:cNvPr id="33" name="Shape 22"/>
          <p:cNvSpPr/>
          <p:nvPr/>
        </p:nvSpPr>
        <p:spPr>
          <a:xfrm>
            <a:off x="548640" y="4736592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FDF3F1"/>
          </a:solidFill>
          <a:ln/>
        </p:spPr>
      </p:sp>
      <p:sp>
        <p:nvSpPr>
          <p:cNvPr id="34" name="Shape 23"/>
          <p:cNvSpPr/>
          <p:nvPr/>
        </p:nvSpPr>
        <p:spPr>
          <a:xfrm>
            <a:off x="713232" y="4974336"/>
            <a:ext cx="365760" cy="365760"/>
          </a:xfrm>
          <a:prstGeom prst="ellipse">
            <a:avLst/>
          </a:prstGeom>
          <a:solidFill>
            <a:srgbClr val="F3C4B9"/>
          </a:solidFill>
          <a:ln/>
        </p:spPr>
      </p:sp>
      <p:pic>
        <p:nvPicPr>
          <p:cNvPr id="35" name="Image 9" descr="/home/claude/icons/exclamation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330" y="5069434"/>
            <a:ext cx="175565" cy="175565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207008" y="4736592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errors</a:t>
            </a:r>
            <a:endParaRPr lang="en-US" sz="1250" dirty="0"/>
          </a:p>
        </p:txBody>
      </p:sp>
      <p:pic>
        <p:nvPicPr>
          <p:cNvPr id="37" name="Image 10" descr="/home/claude/icons/arrowRight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87568" y="5010912"/>
            <a:ext cx="457200" cy="292608"/>
          </a:xfrm>
          <a:prstGeom prst="rect">
            <a:avLst/>
          </a:prstGeom>
        </p:spPr>
      </p:pic>
      <p:sp>
        <p:nvSpPr>
          <p:cNvPr id="38" name="Shape 25"/>
          <p:cNvSpPr/>
          <p:nvPr/>
        </p:nvSpPr>
        <p:spPr>
          <a:xfrm>
            <a:off x="6309360" y="4736592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</p:spPr>
      </p:sp>
      <p:sp>
        <p:nvSpPr>
          <p:cNvPr id="39" name="Shape 26"/>
          <p:cNvSpPr/>
          <p:nvPr/>
        </p:nvSpPr>
        <p:spPr>
          <a:xfrm>
            <a:off x="6473952" y="4974336"/>
            <a:ext cx="365760" cy="36576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40" name="Image 11" descr="/home/claude/icons/checkCircle_nav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9050" y="5069434"/>
            <a:ext cx="175565" cy="175565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967728" y="4736592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 before processing.</a:t>
            </a:r>
            <a:endParaRPr lang="en-US" sz="1250" dirty="0"/>
          </a:p>
        </p:txBody>
      </p:sp>
      <p:sp>
        <p:nvSpPr>
          <p:cNvPr id="42" name="Shape 28"/>
          <p:cNvSpPr/>
          <p:nvPr/>
        </p:nvSpPr>
        <p:spPr>
          <a:xfrm>
            <a:off x="548640" y="5705856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FDF3F1"/>
          </a:solidFill>
          <a:ln/>
        </p:spPr>
      </p:sp>
      <p:sp>
        <p:nvSpPr>
          <p:cNvPr id="43" name="Shape 29"/>
          <p:cNvSpPr/>
          <p:nvPr/>
        </p:nvSpPr>
        <p:spPr>
          <a:xfrm>
            <a:off x="713232" y="5943600"/>
            <a:ext cx="365760" cy="365760"/>
          </a:xfrm>
          <a:prstGeom prst="ellipse">
            <a:avLst/>
          </a:prstGeom>
          <a:solidFill>
            <a:srgbClr val="F3C4B9"/>
          </a:solidFill>
          <a:ln/>
        </p:spPr>
      </p:sp>
      <p:pic>
        <p:nvPicPr>
          <p:cNvPr id="44" name="Image 12" descr="/home/claude/icons/exclamation_nav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8330" y="6038698"/>
            <a:ext cx="175565" cy="175565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1207008" y="5705856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bugs</a:t>
            </a:r>
            <a:endParaRPr lang="en-US" sz="1250" dirty="0"/>
          </a:p>
        </p:txBody>
      </p:sp>
      <p:pic>
        <p:nvPicPr>
          <p:cNvPr id="46" name="Image 13" descr="/home/claude/icons/arrowRight_nav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87568" y="5980176"/>
            <a:ext cx="457200" cy="292608"/>
          </a:xfrm>
          <a:prstGeom prst="rect">
            <a:avLst/>
          </a:prstGeom>
        </p:spPr>
      </p:pic>
      <p:sp>
        <p:nvSpPr>
          <p:cNvPr id="47" name="Shape 31"/>
          <p:cNvSpPr/>
          <p:nvPr/>
        </p:nvSpPr>
        <p:spPr>
          <a:xfrm>
            <a:off x="6309360" y="5705856"/>
            <a:ext cx="5029200" cy="841248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</p:spPr>
      </p:sp>
      <p:sp>
        <p:nvSpPr>
          <p:cNvPr id="48" name="Shape 32"/>
          <p:cNvSpPr/>
          <p:nvPr/>
        </p:nvSpPr>
        <p:spPr>
          <a:xfrm>
            <a:off x="6473952" y="5943600"/>
            <a:ext cx="365760" cy="36576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49" name="Image 14" descr="/home/claude/icons/checkCircle_nav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69050" y="6038698"/>
            <a:ext cx="175565" cy="175565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6967728" y="5705856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browser developer tools and incremental testing.</a:t>
            </a:r>
            <a:endParaRPr lang="en-US" sz="1250" dirty="0"/>
          </a:p>
        </p:txBody>
      </p:sp>
      <p:sp>
        <p:nvSpPr>
          <p:cNvPr id="51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  |  CodSoft Frontend Development Internship</a:t>
            </a:r>
            <a:endParaRPr lang="en-US" sz="900" dirty="0"/>
          </a:p>
        </p:txBody>
      </p:sp>
      <p:sp>
        <p:nvSpPr>
          <p:cNvPr id="52" name="Text 35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/ Outcomes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502920" cy="0"/>
          </a:xfrm>
          <a:prstGeom prst="line">
            <a:avLst/>
          </a:prstGeom>
          <a:noFill/>
          <a:ln w="3175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3017520" cy="4434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Frontend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Completed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77640" y="1874520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8" name="Image 0" descr="/home/claude/icons/checkCirc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247" y="1979127"/>
            <a:ext cx="193121" cy="1931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17373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functional frontend projects completed.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977640" y="2926080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1" name="Image 1" descr="/home/claude/icons/check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247" y="3030687"/>
            <a:ext cx="193121" cy="1931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788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organized in a public GitHub repository.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977640" y="3977640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4" name="Image 2" descr="/home/claude/icons/check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247" y="4082247"/>
            <a:ext cx="193121" cy="1931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2000" y="38404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demonstrations prepared for internship submission.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3977640" y="5029200"/>
            <a:ext cx="402336" cy="402336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7" name="Image 3" descr="/home/claude/icons/checkCirc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2247" y="5133807"/>
            <a:ext cx="193121" cy="1931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72000" y="48920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gained in task management, finance tracking and content interfaces.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  |  CodSoft Frontend Development Internship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502920" cy="0"/>
          </a:xfrm>
          <a:prstGeom prst="line">
            <a:avLst/>
          </a:prstGeom>
          <a:noFill/>
          <a:ln w="3175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83664"/>
            <a:ext cx="402336" cy="402336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6" name="Image 0" descr="/home/claude/icons/github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847" y="1988271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project repository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663440" y="17830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github.com/Vineets3119/codsoft_tasks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F4F7FD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90779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3200400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Task-1-To-Do-List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88536" y="2743200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F4F7FD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17136" y="290779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17136" y="3200400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Task-2-Expense-Tracker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28432" y="2743200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F4F7FD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57032" y="290779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257032" y="3200400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Task-3-Blog-Website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4348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DF3F1"/>
          </a:solidFill>
          <a:ln/>
        </p:spPr>
      </p:sp>
      <p:sp>
        <p:nvSpPr>
          <p:cNvPr id="19" name="Shape 16"/>
          <p:cNvSpPr/>
          <p:nvPr/>
        </p:nvSpPr>
        <p:spPr>
          <a:xfrm>
            <a:off x="777240" y="4626864"/>
            <a:ext cx="402336" cy="402336"/>
          </a:xfrm>
          <a:prstGeom prst="ellipse">
            <a:avLst/>
          </a:prstGeom>
          <a:solidFill>
            <a:srgbClr val="F3C4B9"/>
          </a:solidFill>
          <a:ln/>
        </p:spPr>
      </p:sp>
      <p:pic>
        <p:nvPicPr>
          <p:cNvPr id="20" name="Image 1" descr="/home/claude/icons/rocke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47" y="4731471"/>
            <a:ext cx="193121" cy="19312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371600" y="44348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demonstrations deployed through GitHub Pages.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  |  CodSoft Frontend Development Internship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1B2A5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4" name="Image 0" descr="/home/claude/icons/fla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76261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81051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It All Together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94360" y="2898648"/>
            <a:ext cx="91440" cy="9144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651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3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converted frontend concepts into practical working applications.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94360" y="3858768"/>
            <a:ext cx="91440" cy="9144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6118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3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projects strengthened responsive design, JavaScript, DOM manipulation and client-side persistence skills.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94360" y="4818888"/>
            <a:ext cx="91440" cy="9144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5720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3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 provided a foundation for building more advanced web applications.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  |  CodSoft Frontend Development Internship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029200" cy="5029200"/>
          </a:xfrm>
          <a:prstGeom prst="ellipse">
            <a:avLst/>
          </a:prstGeom>
          <a:solidFill>
            <a:srgbClr val="1B2A5E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840480" cy="3840480"/>
          </a:xfrm>
          <a:prstGeom prst="ellipse">
            <a:avLst/>
          </a:prstGeom>
          <a:solidFill>
            <a:srgbClr val="00C2C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66360" y="1828800"/>
            <a:ext cx="1234440" cy="123444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5" name="Image 0" descr="/home/claude/icons/handshak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7314" y="2149754"/>
            <a:ext cx="592531" cy="5925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2461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45537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– 3rd Semester  |  2CSE35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864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— Frontend Development Internship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  |  CodSoft Frontend Development Internship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2026-09-10T14:15:16Z</dcterms:created>
  <dcterms:modified xsi:type="dcterms:W3CDTF">2026-09-10T14:15:16Z</dcterms:modified>
</cp:coreProperties>
</file>